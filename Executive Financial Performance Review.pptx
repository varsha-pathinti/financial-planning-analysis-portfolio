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hinti Varsha" userId="f17759bcf76dcb12" providerId="LiveId" clId="{7F263023-FFBB-454B-8A78-B3CB6A1247E9}"/>
    <pc:docChg chg="undo custSel modSld">
      <pc:chgData name="Pathinti Varsha" userId="f17759bcf76dcb12" providerId="LiveId" clId="{7F263023-FFBB-454B-8A78-B3CB6A1247E9}" dt="2025-11-17T06:46:38.540" v="54" actId="14100"/>
      <pc:docMkLst>
        <pc:docMk/>
      </pc:docMkLst>
      <pc:sldChg chg="modSp mod">
        <pc:chgData name="Pathinti Varsha" userId="f17759bcf76dcb12" providerId="LiveId" clId="{7F263023-FFBB-454B-8A78-B3CB6A1247E9}" dt="2025-11-17T06:39:45.921" v="0" actId="13822"/>
        <pc:sldMkLst>
          <pc:docMk/>
          <pc:sldMk cId="185889837" sldId="257"/>
        </pc:sldMkLst>
        <pc:spChg chg="mod">
          <ac:chgData name="Pathinti Varsha" userId="f17759bcf76dcb12" providerId="LiveId" clId="{7F263023-FFBB-454B-8A78-B3CB6A1247E9}" dt="2025-11-17T06:39:45.921" v="0" actId="13822"/>
          <ac:spMkLst>
            <pc:docMk/>
            <pc:sldMk cId="185889837" sldId="257"/>
            <ac:spMk id="2" creationId="{0637EC98-D548-F02D-45A6-1A976954B61F}"/>
          </ac:spMkLst>
        </pc:spChg>
      </pc:sldChg>
      <pc:sldChg chg="modSp mod">
        <pc:chgData name="Pathinti Varsha" userId="f17759bcf76dcb12" providerId="LiveId" clId="{7F263023-FFBB-454B-8A78-B3CB6A1247E9}" dt="2025-11-17T06:40:51.895" v="9" actId="113"/>
        <pc:sldMkLst>
          <pc:docMk/>
          <pc:sldMk cId="4107354131" sldId="258"/>
        </pc:sldMkLst>
        <pc:spChg chg="mod">
          <ac:chgData name="Pathinti Varsha" userId="f17759bcf76dcb12" providerId="LiveId" clId="{7F263023-FFBB-454B-8A78-B3CB6A1247E9}" dt="2025-11-17T06:39:54.663" v="2" actId="27636"/>
          <ac:spMkLst>
            <pc:docMk/>
            <pc:sldMk cId="4107354131" sldId="258"/>
            <ac:spMk id="2" creationId="{6D6D5BA4-27E8-878A-10F4-6BFC5B127782}"/>
          </ac:spMkLst>
        </pc:spChg>
        <pc:spChg chg="mod">
          <ac:chgData name="Pathinti Varsha" userId="f17759bcf76dcb12" providerId="LiveId" clId="{7F263023-FFBB-454B-8A78-B3CB6A1247E9}" dt="2025-11-17T06:40:23.669" v="5" actId="113"/>
          <ac:spMkLst>
            <pc:docMk/>
            <pc:sldMk cId="4107354131" sldId="258"/>
            <ac:spMk id="14" creationId="{6DC9DA98-4613-3024-D640-F1C1EA4868C4}"/>
          </ac:spMkLst>
        </pc:spChg>
        <pc:spChg chg="mod">
          <ac:chgData name="Pathinti Varsha" userId="f17759bcf76dcb12" providerId="LiveId" clId="{7F263023-FFBB-454B-8A78-B3CB6A1247E9}" dt="2025-11-17T06:40:51.895" v="9" actId="113"/>
          <ac:spMkLst>
            <pc:docMk/>
            <pc:sldMk cId="4107354131" sldId="258"/>
            <ac:spMk id="15" creationId="{55831DDB-0523-FBDB-BD1B-0AAAB97BC92A}"/>
          </ac:spMkLst>
        </pc:spChg>
        <pc:spChg chg="mod">
          <ac:chgData name="Pathinti Varsha" userId="f17759bcf76dcb12" providerId="LiveId" clId="{7F263023-FFBB-454B-8A78-B3CB6A1247E9}" dt="2025-11-17T06:40:36.336" v="7" actId="113"/>
          <ac:spMkLst>
            <pc:docMk/>
            <pc:sldMk cId="4107354131" sldId="258"/>
            <ac:spMk id="16" creationId="{C7DE008F-0FF0-670E-3FC9-B2786DD1387B}"/>
          </ac:spMkLst>
        </pc:spChg>
      </pc:sldChg>
      <pc:sldChg chg="modSp mod">
        <pc:chgData name="Pathinti Varsha" userId="f17759bcf76dcb12" providerId="LiveId" clId="{7F263023-FFBB-454B-8A78-B3CB6A1247E9}" dt="2025-11-17T06:42:40.541" v="25"/>
        <pc:sldMkLst>
          <pc:docMk/>
          <pc:sldMk cId="3286976255" sldId="259"/>
        </pc:sldMkLst>
        <pc:spChg chg="mod">
          <ac:chgData name="Pathinti Varsha" userId="f17759bcf76dcb12" providerId="LiveId" clId="{7F263023-FFBB-454B-8A78-B3CB6A1247E9}" dt="2025-11-17T06:41:37.400" v="12" actId="14100"/>
          <ac:spMkLst>
            <pc:docMk/>
            <pc:sldMk cId="3286976255" sldId="259"/>
            <ac:spMk id="2" creationId="{9E910084-137B-9D5E-AAE4-F28B22A28794}"/>
          </ac:spMkLst>
        </pc:spChg>
        <pc:graphicFrameChg chg="mod">
          <ac:chgData name="Pathinti Varsha" userId="f17759bcf76dcb12" providerId="LiveId" clId="{7F263023-FFBB-454B-8A78-B3CB6A1247E9}" dt="2025-11-17T06:42:40.541" v="25"/>
          <ac:graphicFrameMkLst>
            <pc:docMk/>
            <pc:sldMk cId="3286976255" sldId="259"/>
            <ac:graphicFrameMk id="4" creationId="{AA8CD855-1398-355D-3F0A-902A05BE5169}"/>
          </ac:graphicFrameMkLst>
        </pc:graphicFrameChg>
      </pc:sldChg>
      <pc:sldChg chg="modSp mod">
        <pc:chgData name="Pathinti Varsha" userId="f17759bcf76dcb12" providerId="LiveId" clId="{7F263023-FFBB-454B-8A78-B3CB6A1247E9}" dt="2025-11-17T06:43:52.039" v="31" actId="108"/>
        <pc:sldMkLst>
          <pc:docMk/>
          <pc:sldMk cId="4267031742" sldId="260"/>
        </pc:sldMkLst>
        <pc:spChg chg="mod">
          <ac:chgData name="Pathinti Varsha" userId="f17759bcf76dcb12" providerId="LiveId" clId="{7F263023-FFBB-454B-8A78-B3CB6A1247E9}" dt="2025-11-17T06:43:13.021" v="29" actId="1076"/>
          <ac:spMkLst>
            <pc:docMk/>
            <pc:sldMk cId="4267031742" sldId="260"/>
            <ac:spMk id="4" creationId="{9F9DA2B4-E175-A0D4-67A8-C4FDCE96FEEB}"/>
          </ac:spMkLst>
        </pc:spChg>
        <pc:spChg chg="mod">
          <ac:chgData name="Pathinti Varsha" userId="f17759bcf76dcb12" providerId="LiveId" clId="{7F263023-FFBB-454B-8A78-B3CB6A1247E9}" dt="2025-11-17T06:43:52.039" v="31" actId="108"/>
          <ac:spMkLst>
            <pc:docMk/>
            <pc:sldMk cId="4267031742" sldId="260"/>
            <ac:spMk id="7" creationId="{C6E48680-B233-1AA8-18A0-FA3FED1FBF6F}"/>
          </ac:spMkLst>
        </pc:spChg>
      </pc:sldChg>
      <pc:sldChg chg="modSp mod">
        <pc:chgData name="Pathinti Varsha" userId="f17759bcf76dcb12" providerId="LiveId" clId="{7F263023-FFBB-454B-8A78-B3CB6A1247E9}" dt="2025-11-17T06:44:33.054" v="34" actId="404"/>
        <pc:sldMkLst>
          <pc:docMk/>
          <pc:sldMk cId="181222322" sldId="261"/>
        </pc:sldMkLst>
        <pc:spChg chg="mod">
          <ac:chgData name="Pathinti Varsha" userId="f17759bcf76dcb12" providerId="LiveId" clId="{7F263023-FFBB-454B-8A78-B3CB6A1247E9}" dt="2025-11-17T06:44:33.054" v="34" actId="404"/>
          <ac:spMkLst>
            <pc:docMk/>
            <pc:sldMk cId="181222322" sldId="261"/>
            <ac:spMk id="6" creationId="{4E6319D0-DF25-EE5E-83FF-7A807C98F03F}"/>
          </ac:spMkLst>
        </pc:spChg>
        <pc:picChg chg="mod">
          <ac:chgData name="Pathinti Varsha" userId="f17759bcf76dcb12" providerId="LiveId" clId="{7F263023-FFBB-454B-8A78-B3CB6A1247E9}" dt="2025-11-17T06:44:22.206" v="33" actId="108"/>
          <ac:picMkLst>
            <pc:docMk/>
            <pc:sldMk cId="181222322" sldId="261"/>
            <ac:picMk id="5" creationId="{3EFF19B6-0FD6-B220-9858-F50D58A3F706}"/>
          </ac:picMkLst>
        </pc:picChg>
      </pc:sldChg>
      <pc:sldChg chg="modSp mod">
        <pc:chgData name="Pathinti Varsha" userId="f17759bcf76dcb12" providerId="LiveId" clId="{7F263023-FFBB-454B-8A78-B3CB6A1247E9}" dt="2025-11-17T06:44:52.107" v="38" actId="14100"/>
        <pc:sldMkLst>
          <pc:docMk/>
          <pc:sldMk cId="3600050241" sldId="262"/>
        </pc:sldMkLst>
        <pc:spChg chg="mod">
          <ac:chgData name="Pathinti Varsha" userId="f17759bcf76dcb12" providerId="LiveId" clId="{7F263023-FFBB-454B-8A78-B3CB6A1247E9}" dt="2025-11-17T06:44:43.637" v="36" actId="14100"/>
          <ac:spMkLst>
            <pc:docMk/>
            <pc:sldMk cId="3600050241" sldId="262"/>
            <ac:spMk id="2" creationId="{989003DE-B2E4-6187-040B-87C8832DE029}"/>
          </ac:spMkLst>
        </pc:spChg>
        <pc:picChg chg="mod">
          <ac:chgData name="Pathinti Varsha" userId="f17759bcf76dcb12" providerId="LiveId" clId="{7F263023-FFBB-454B-8A78-B3CB6A1247E9}" dt="2025-11-17T06:44:52.107" v="38" actId="14100"/>
          <ac:picMkLst>
            <pc:docMk/>
            <pc:sldMk cId="3600050241" sldId="262"/>
            <ac:picMk id="5" creationId="{05CC9CFD-912A-CD28-79D4-F51B5FF7929D}"/>
          </ac:picMkLst>
        </pc:picChg>
      </pc:sldChg>
      <pc:sldChg chg="modSp mod">
        <pc:chgData name="Pathinti Varsha" userId="f17759bcf76dcb12" providerId="LiveId" clId="{7F263023-FFBB-454B-8A78-B3CB6A1247E9}" dt="2025-11-17T06:45:24.019" v="44" actId="27636"/>
        <pc:sldMkLst>
          <pc:docMk/>
          <pc:sldMk cId="2714018040" sldId="263"/>
        </pc:sldMkLst>
        <pc:spChg chg="mod">
          <ac:chgData name="Pathinti Varsha" userId="f17759bcf76dcb12" providerId="LiveId" clId="{7F263023-FFBB-454B-8A78-B3CB6A1247E9}" dt="2025-11-17T06:45:24.019" v="44" actId="27636"/>
          <ac:spMkLst>
            <pc:docMk/>
            <pc:sldMk cId="2714018040" sldId="263"/>
            <ac:spMk id="2" creationId="{BA56489E-075E-46D4-B0A3-39341E9D9243}"/>
          </ac:spMkLst>
        </pc:spChg>
      </pc:sldChg>
      <pc:sldChg chg="modSp mod">
        <pc:chgData name="Pathinti Varsha" userId="f17759bcf76dcb12" providerId="LiveId" clId="{7F263023-FFBB-454B-8A78-B3CB6A1247E9}" dt="2025-11-17T06:45:53.493" v="49" actId="14100"/>
        <pc:sldMkLst>
          <pc:docMk/>
          <pc:sldMk cId="2413728044" sldId="264"/>
        </pc:sldMkLst>
        <pc:spChg chg="mod">
          <ac:chgData name="Pathinti Varsha" userId="f17759bcf76dcb12" providerId="LiveId" clId="{7F263023-FFBB-454B-8A78-B3CB6A1247E9}" dt="2025-11-17T06:45:53.493" v="49" actId="14100"/>
          <ac:spMkLst>
            <pc:docMk/>
            <pc:sldMk cId="2413728044" sldId="264"/>
            <ac:spMk id="2" creationId="{95B083F3-A512-34DB-3B41-24C9381613A0}"/>
          </ac:spMkLst>
        </pc:spChg>
      </pc:sldChg>
      <pc:sldChg chg="modSp mod">
        <pc:chgData name="Pathinti Varsha" userId="f17759bcf76dcb12" providerId="LiveId" clId="{7F263023-FFBB-454B-8A78-B3CB6A1247E9}" dt="2025-11-17T06:46:38.540" v="54" actId="14100"/>
        <pc:sldMkLst>
          <pc:docMk/>
          <pc:sldMk cId="281671900" sldId="265"/>
        </pc:sldMkLst>
        <pc:spChg chg="mod">
          <ac:chgData name="Pathinti Varsha" userId="f17759bcf76dcb12" providerId="LiveId" clId="{7F263023-FFBB-454B-8A78-B3CB6A1247E9}" dt="2025-11-17T06:46:38.540" v="54" actId="14100"/>
          <ac:spMkLst>
            <pc:docMk/>
            <pc:sldMk cId="281671900" sldId="265"/>
            <ac:spMk id="3" creationId="{36089FC6-3A14-AEF8-8C54-BCAE7939AB44}"/>
          </ac:spMkLst>
        </pc:spChg>
        <pc:spChg chg="mod">
          <ac:chgData name="Pathinti Varsha" userId="f17759bcf76dcb12" providerId="LiveId" clId="{7F263023-FFBB-454B-8A78-B3CB6A1247E9}" dt="2025-11-17T06:46:08.140" v="50" actId="108"/>
          <ac:spMkLst>
            <pc:docMk/>
            <pc:sldMk cId="281671900" sldId="265"/>
            <ac:spMk id="5" creationId="{2E441347-837B-C240-52F0-7307317CB85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6DF976-DA3C-4912-908A-E8D9C5606D24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29416B-F166-4D4D-AC84-A9346A560426}">
      <dgm:prSet phldrT="[Text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22860" tIns="22860" rIns="22860" bIns="22860" numCol="1" spcCol="1270" rtlCol="0" anchor="ctr" anchorCtr="0"/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Data Collection</a:t>
          </a:r>
        </a:p>
      </dgm:t>
    </dgm:pt>
    <dgm:pt modelId="{83F47925-95FD-4854-AA65-2FC2EB38B351}" type="parTrans" cxnId="{46C389C2-BCF9-414C-952D-7CD728F8619D}">
      <dgm:prSet/>
      <dgm:spPr/>
      <dgm:t>
        <a:bodyPr/>
        <a:lstStyle/>
        <a:p>
          <a:endParaRPr lang="en-US"/>
        </a:p>
      </dgm:t>
    </dgm:pt>
    <dgm:pt modelId="{B2ECA8D4-A21A-49AB-9828-90671C72D5C1}" type="sibTrans" cxnId="{46C389C2-BCF9-414C-952D-7CD728F8619D}">
      <dgm:prSet/>
      <dgm:spPr/>
      <dgm:t>
        <a:bodyPr/>
        <a:lstStyle/>
        <a:p>
          <a:endParaRPr lang="en-US"/>
        </a:p>
      </dgm:t>
    </dgm:pt>
    <dgm:pt modelId="{2223ABCD-3A20-493D-AACB-DEFF56994F22}">
      <dgm:prSet phldrT="[Text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22860" tIns="22860" rIns="22860" bIns="22860" numCol="1" spcCol="1270" rtlCol="0" anchor="ctr" anchorCtr="0"/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rPr>
            <a:t>Data Cleaning</a:t>
          </a:r>
        </a:p>
      </dgm:t>
    </dgm:pt>
    <dgm:pt modelId="{3E7331A5-558C-41BC-A719-7EF04FAD82A7}" type="parTrans" cxnId="{2CC1227F-C7A8-4E64-9BEF-8093160643B7}">
      <dgm:prSet/>
      <dgm:spPr/>
      <dgm:t>
        <a:bodyPr/>
        <a:lstStyle/>
        <a:p>
          <a:endParaRPr lang="en-US"/>
        </a:p>
      </dgm:t>
    </dgm:pt>
    <dgm:pt modelId="{01843CFA-82DA-44B5-97D7-77D4057B8B7C}" type="sibTrans" cxnId="{2CC1227F-C7A8-4E64-9BEF-8093160643B7}">
      <dgm:prSet/>
      <dgm:spPr/>
      <dgm:t>
        <a:bodyPr/>
        <a:lstStyle/>
        <a:p>
          <a:endParaRPr lang="en-US"/>
        </a:p>
      </dgm:t>
    </dgm:pt>
    <dgm:pt modelId="{2DDFC40A-0127-4DED-ACF6-65A0ECFF11AF}">
      <dgm:prSet phldrT="[Text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22860" tIns="22860" rIns="22860" bIns="22860" numCol="1" spcCol="1270" rtlCol="0" anchor="ctr" anchorCtr="0"/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Model Building</a:t>
          </a:r>
        </a:p>
      </dgm:t>
    </dgm:pt>
    <dgm:pt modelId="{69A30BD7-D65A-47DC-824E-BCE8AF74ED66}" type="parTrans" cxnId="{52F7BF47-6A68-44F7-B705-F56866648D20}">
      <dgm:prSet/>
      <dgm:spPr/>
      <dgm:t>
        <a:bodyPr/>
        <a:lstStyle/>
        <a:p>
          <a:endParaRPr lang="en-US"/>
        </a:p>
      </dgm:t>
    </dgm:pt>
    <dgm:pt modelId="{C87FB834-DE6E-430D-82BB-F5372651BD04}" type="sibTrans" cxnId="{52F7BF47-6A68-44F7-B705-F56866648D20}">
      <dgm:prSet/>
      <dgm:spPr/>
      <dgm:t>
        <a:bodyPr/>
        <a:lstStyle/>
        <a:p>
          <a:endParaRPr lang="en-US"/>
        </a:p>
      </dgm:t>
    </dgm:pt>
    <dgm:pt modelId="{20F5487C-68EA-41A4-85F3-363974927022}">
      <dgm:prSet phldrT="[Text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22860" tIns="22860" rIns="22860" bIns="22860" numCol="1" spcCol="1270" rtlCol="0" anchor="ctr" anchorCtr="0"/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Analysis</a:t>
          </a:r>
        </a:p>
      </dgm:t>
    </dgm:pt>
    <dgm:pt modelId="{7B095E01-48E8-4D03-9A5A-EC90705E2ADD}" type="parTrans" cxnId="{89FBB775-FF84-412D-9F94-8BD09587275D}">
      <dgm:prSet/>
      <dgm:spPr/>
      <dgm:t>
        <a:bodyPr/>
        <a:lstStyle/>
        <a:p>
          <a:endParaRPr lang="en-US"/>
        </a:p>
      </dgm:t>
    </dgm:pt>
    <dgm:pt modelId="{733D944D-08A7-4860-8E1F-E26068F84ACB}" type="sibTrans" cxnId="{89FBB775-FF84-412D-9F94-8BD09587275D}">
      <dgm:prSet/>
      <dgm:spPr/>
      <dgm:t>
        <a:bodyPr/>
        <a:lstStyle/>
        <a:p>
          <a:endParaRPr lang="en-US"/>
        </a:p>
      </dgm:t>
    </dgm:pt>
    <dgm:pt modelId="{E3C84114-D084-4E20-81C0-82F778AA11DC}">
      <dgm:prSet phldrT="[Text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22860" tIns="22860" rIns="22860" bIns="22860" numCol="1" spcCol="1270" rtlCol="0" anchor="ctr" anchorCtr="0"/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Visualization</a:t>
          </a:r>
        </a:p>
      </dgm:t>
    </dgm:pt>
    <dgm:pt modelId="{A0DD6353-3522-4A96-9A5E-FD8C47F92069}" type="parTrans" cxnId="{59A43061-292F-423F-A3E1-41F28DAEF66D}">
      <dgm:prSet/>
      <dgm:spPr/>
      <dgm:t>
        <a:bodyPr/>
        <a:lstStyle/>
        <a:p>
          <a:endParaRPr lang="en-US"/>
        </a:p>
      </dgm:t>
    </dgm:pt>
    <dgm:pt modelId="{45CF7330-6912-4278-BF97-6384A1791831}" type="sibTrans" cxnId="{59A43061-292F-423F-A3E1-41F28DAEF66D}">
      <dgm:prSet/>
      <dgm:spPr/>
      <dgm:t>
        <a:bodyPr/>
        <a:lstStyle/>
        <a:p>
          <a:endParaRPr lang="en-US"/>
        </a:p>
      </dgm:t>
    </dgm:pt>
    <dgm:pt modelId="{2D09195F-D420-4766-8A35-8781583086EE}">
      <dgm:prSet phldrT="[Text]" phldr="0" custT="1">
        <dgm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>
        <a:ln/>
      </dgm:spPr>
      <dgm:t>
        <a:bodyPr spcFirstLastPara="0" vert="horz" wrap="square" lIns="22860" tIns="22860" rIns="22860" bIns="22860" numCol="1" spcCol="1270" rtlCol="0" anchor="ctr" anchorCtr="0"/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Decision Support</a:t>
          </a:r>
        </a:p>
      </dgm:t>
    </dgm:pt>
    <dgm:pt modelId="{3BFAEBB1-34DD-4013-B10B-5A54269DC54F}" type="parTrans" cxnId="{6A7B63B6-8F73-4CFF-BEE8-C1DDB2A2F4EA}">
      <dgm:prSet/>
      <dgm:spPr/>
      <dgm:t>
        <a:bodyPr/>
        <a:lstStyle/>
        <a:p>
          <a:endParaRPr lang="en-US"/>
        </a:p>
      </dgm:t>
    </dgm:pt>
    <dgm:pt modelId="{B46F2BB6-3BCA-46A8-A3B3-ECB5D0D1E321}" type="sibTrans" cxnId="{6A7B63B6-8F73-4CFF-BEE8-C1DDB2A2F4EA}">
      <dgm:prSet/>
      <dgm:spPr/>
      <dgm:t>
        <a:bodyPr/>
        <a:lstStyle/>
        <a:p>
          <a:endParaRPr lang="en-US"/>
        </a:p>
      </dgm:t>
    </dgm:pt>
    <dgm:pt modelId="{F015CD13-A058-4C57-87D7-B358B7102BF6}" type="pres">
      <dgm:prSet presAssocID="{D86DF976-DA3C-4912-908A-E8D9C5606D24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EB258E5-C033-44D8-8119-4BADB7B70573}" type="pres">
      <dgm:prSet presAssocID="{2D09195F-D420-4766-8A35-8781583086EE}" presName="Accent6" presStyleCnt="0"/>
      <dgm:spPr/>
    </dgm:pt>
    <dgm:pt modelId="{69B67B69-B88E-46C1-8CFA-62253C3A6A2B}" type="pres">
      <dgm:prSet presAssocID="{2D09195F-D420-4766-8A35-8781583086EE}" presName="Accent" presStyleLbl="node1" presStyleIdx="0" presStyleCnt="6"/>
      <dgm:spPr/>
    </dgm:pt>
    <dgm:pt modelId="{8A050780-EF49-445E-A295-40B75AD7401A}" type="pres">
      <dgm:prSet presAssocID="{2D09195F-D420-4766-8A35-8781583086EE}" presName="ParentBackground6" presStyleCnt="0"/>
      <dgm:spPr/>
    </dgm:pt>
    <dgm:pt modelId="{FCA98FC6-3A99-404B-AFB2-0BF4B90CF35B}" type="pres">
      <dgm:prSet presAssocID="{2D09195F-D420-4766-8A35-8781583086EE}" presName="ParentBackground" presStyleLbl="fgAcc1" presStyleIdx="0" presStyleCnt="6"/>
      <dgm:spPr>
        <a:xfrm>
          <a:off x="9031862" y="913386"/>
          <a:ext cx="1544280" cy="1544037"/>
        </a:xfrm>
        <a:prstGeom prst="ellipse">
          <a:avLst/>
        </a:prstGeom>
      </dgm:spPr>
    </dgm:pt>
    <dgm:pt modelId="{EA1676F1-5343-4729-967C-BC991D735C26}" type="pres">
      <dgm:prSet presAssocID="{2D09195F-D420-4766-8A35-8781583086EE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519DDB9-68FA-4221-BCEF-6360FD2CBEE8}" type="pres">
      <dgm:prSet presAssocID="{E3C84114-D084-4E20-81C0-82F778AA11DC}" presName="Accent5" presStyleCnt="0"/>
      <dgm:spPr/>
    </dgm:pt>
    <dgm:pt modelId="{48FAB155-9420-46E4-B28E-1CBA3280933C}" type="pres">
      <dgm:prSet presAssocID="{E3C84114-D084-4E20-81C0-82F778AA11DC}" presName="Accent" presStyleLbl="node1" presStyleIdx="1" presStyleCnt="6"/>
      <dgm:spPr/>
    </dgm:pt>
    <dgm:pt modelId="{E7994390-F444-40CB-AA5A-1FE5EFEBD181}" type="pres">
      <dgm:prSet presAssocID="{E3C84114-D084-4E20-81C0-82F778AA11DC}" presName="ParentBackground5" presStyleCnt="0"/>
      <dgm:spPr/>
    </dgm:pt>
    <dgm:pt modelId="{8AD6E191-A6C1-4A7D-9847-73C38D6CDCBA}" type="pres">
      <dgm:prSet presAssocID="{E3C84114-D084-4E20-81C0-82F778AA11DC}" presName="ParentBackground" presStyleLbl="fgAcc1" presStyleIdx="1" presStyleCnt="6"/>
      <dgm:spPr>
        <a:xfrm>
          <a:off x="7322536" y="913386"/>
          <a:ext cx="1544280" cy="1544037"/>
        </a:xfrm>
        <a:prstGeom prst="ellipse">
          <a:avLst/>
        </a:prstGeom>
      </dgm:spPr>
    </dgm:pt>
    <dgm:pt modelId="{67718E53-2714-49E1-AAF3-EC3ECB2B10E4}" type="pres">
      <dgm:prSet presAssocID="{E3C84114-D084-4E20-81C0-82F778AA11DC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8615548-4C1E-4FC8-BCE2-1134F4F6B7C5}" type="pres">
      <dgm:prSet presAssocID="{20F5487C-68EA-41A4-85F3-363974927022}" presName="Accent4" presStyleCnt="0"/>
      <dgm:spPr/>
    </dgm:pt>
    <dgm:pt modelId="{9C760FE5-7135-49BA-BAF5-66565C201A92}" type="pres">
      <dgm:prSet presAssocID="{20F5487C-68EA-41A4-85F3-363974927022}" presName="Accent" presStyleLbl="node1" presStyleIdx="2" presStyleCnt="6"/>
      <dgm:spPr/>
    </dgm:pt>
    <dgm:pt modelId="{0206048E-D53F-4231-9E60-C447883E9393}" type="pres">
      <dgm:prSet presAssocID="{20F5487C-68EA-41A4-85F3-363974927022}" presName="ParentBackground4" presStyleCnt="0"/>
      <dgm:spPr/>
    </dgm:pt>
    <dgm:pt modelId="{07003B6E-2275-46CD-806D-8595FB0766E5}" type="pres">
      <dgm:prSet presAssocID="{20F5487C-68EA-41A4-85F3-363974927022}" presName="ParentBackground" presStyleLbl="fgAcc1" presStyleIdx="2" presStyleCnt="6"/>
      <dgm:spPr>
        <a:xfrm>
          <a:off x="5613210" y="913386"/>
          <a:ext cx="1544280" cy="1544037"/>
        </a:xfrm>
        <a:prstGeom prst="ellipse">
          <a:avLst/>
        </a:prstGeom>
      </dgm:spPr>
    </dgm:pt>
    <dgm:pt modelId="{AF3B1D35-1BED-4255-BB2D-790871B39ED5}" type="pres">
      <dgm:prSet presAssocID="{20F5487C-68EA-41A4-85F3-363974927022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FFC6569-D97D-4CD0-AE98-F3598C5F3F29}" type="pres">
      <dgm:prSet presAssocID="{2DDFC40A-0127-4DED-ACF6-65A0ECFF11AF}" presName="Accent3" presStyleCnt="0"/>
      <dgm:spPr/>
    </dgm:pt>
    <dgm:pt modelId="{93B2FC90-E1ED-4708-B299-12BC5EEE5A73}" type="pres">
      <dgm:prSet presAssocID="{2DDFC40A-0127-4DED-ACF6-65A0ECFF11AF}" presName="Accent" presStyleLbl="node1" presStyleIdx="3" presStyleCnt="6"/>
      <dgm:spPr/>
    </dgm:pt>
    <dgm:pt modelId="{8525FE6D-B25F-42B3-A346-B73FA292CC9D}" type="pres">
      <dgm:prSet presAssocID="{2DDFC40A-0127-4DED-ACF6-65A0ECFF11AF}" presName="ParentBackground3" presStyleCnt="0"/>
      <dgm:spPr/>
    </dgm:pt>
    <dgm:pt modelId="{39BE31DE-80F8-4B9B-98D6-9B4B143191BC}" type="pres">
      <dgm:prSet presAssocID="{2DDFC40A-0127-4DED-ACF6-65A0ECFF11AF}" presName="ParentBackground" presStyleLbl="fgAcc1" presStyleIdx="3" presStyleCnt="6"/>
      <dgm:spPr>
        <a:xfrm>
          <a:off x="3903884" y="913386"/>
          <a:ext cx="1544280" cy="1544037"/>
        </a:xfrm>
        <a:prstGeom prst="ellipse">
          <a:avLst/>
        </a:prstGeom>
      </dgm:spPr>
    </dgm:pt>
    <dgm:pt modelId="{11564C38-446D-4880-8D6E-7D796A798D54}" type="pres">
      <dgm:prSet presAssocID="{2DDFC40A-0127-4DED-ACF6-65A0ECFF11AF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1426CD8-C89F-440C-9F08-2F2A4A91F7E4}" type="pres">
      <dgm:prSet presAssocID="{2223ABCD-3A20-493D-AACB-DEFF56994F22}" presName="Accent2" presStyleCnt="0"/>
      <dgm:spPr/>
    </dgm:pt>
    <dgm:pt modelId="{ECECF66A-633C-43CF-8952-7612B97C1294}" type="pres">
      <dgm:prSet presAssocID="{2223ABCD-3A20-493D-AACB-DEFF56994F22}" presName="Accent" presStyleLbl="node1" presStyleIdx="4" presStyleCnt="6"/>
      <dgm:spPr/>
    </dgm:pt>
    <dgm:pt modelId="{B98A5733-8B7A-4BCA-A8A9-33099E6C38DC}" type="pres">
      <dgm:prSet presAssocID="{2223ABCD-3A20-493D-AACB-DEFF56994F22}" presName="ParentBackground2" presStyleCnt="0"/>
      <dgm:spPr/>
    </dgm:pt>
    <dgm:pt modelId="{48812D45-28B7-42D2-A4B9-7C58F2260A85}" type="pres">
      <dgm:prSet presAssocID="{2223ABCD-3A20-493D-AACB-DEFF56994F22}" presName="ParentBackground" presStyleLbl="fgAcc1" presStyleIdx="4" presStyleCnt="6"/>
      <dgm:spPr>
        <a:xfrm>
          <a:off x="2194558" y="913386"/>
          <a:ext cx="1544280" cy="1544037"/>
        </a:xfrm>
        <a:prstGeom prst="ellipse">
          <a:avLst/>
        </a:prstGeom>
      </dgm:spPr>
    </dgm:pt>
    <dgm:pt modelId="{137FFF11-0ABB-4C2C-B768-A00E74F40726}" type="pres">
      <dgm:prSet presAssocID="{2223ABCD-3A20-493D-AACB-DEFF56994F2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05C1F2B-EF95-47AC-B3C4-7D2A0A9CE426}" type="pres">
      <dgm:prSet presAssocID="{2F29416B-F166-4D4D-AC84-A9346A560426}" presName="Accent1" presStyleCnt="0"/>
      <dgm:spPr/>
    </dgm:pt>
    <dgm:pt modelId="{D15D91C4-3532-47A0-8750-1E9C806693B7}" type="pres">
      <dgm:prSet presAssocID="{2F29416B-F166-4D4D-AC84-A9346A560426}" presName="Accent" presStyleLbl="node1" presStyleIdx="5" presStyleCnt="6"/>
      <dgm:spPr/>
    </dgm:pt>
    <dgm:pt modelId="{7186060F-2DC1-4716-9D8F-65864F54DA05}" type="pres">
      <dgm:prSet presAssocID="{2F29416B-F166-4D4D-AC84-A9346A560426}" presName="ParentBackground1" presStyleCnt="0"/>
      <dgm:spPr/>
    </dgm:pt>
    <dgm:pt modelId="{D91D6041-5459-4B37-825D-5A84222F36B8}" type="pres">
      <dgm:prSet presAssocID="{2F29416B-F166-4D4D-AC84-A9346A560426}" presName="ParentBackground" presStyleLbl="fgAcc1" presStyleIdx="5" presStyleCnt="6"/>
      <dgm:spPr>
        <a:xfrm>
          <a:off x="484180" y="913386"/>
          <a:ext cx="1544280" cy="1544037"/>
        </a:xfrm>
        <a:prstGeom prst="ellipse">
          <a:avLst/>
        </a:prstGeom>
      </dgm:spPr>
    </dgm:pt>
    <dgm:pt modelId="{07AB7593-B6B5-4964-95EA-08D012260C95}" type="pres">
      <dgm:prSet presAssocID="{2F29416B-F166-4D4D-AC84-A9346A560426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489CF825-ED63-460D-8C71-E9B40CCD815E}" type="presOf" srcId="{2DDFC40A-0127-4DED-ACF6-65A0ECFF11AF}" destId="{39BE31DE-80F8-4B9B-98D6-9B4B143191BC}" srcOrd="0" destOrd="0" presId="urn:microsoft.com/office/officeart/2011/layout/CircleProcess"/>
    <dgm:cxn modelId="{2C2F4B3D-3EFF-4FD4-A279-828679F5B0B7}" type="presOf" srcId="{20F5487C-68EA-41A4-85F3-363974927022}" destId="{07003B6E-2275-46CD-806D-8595FB0766E5}" srcOrd="0" destOrd="0" presId="urn:microsoft.com/office/officeart/2011/layout/CircleProcess"/>
    <dgm:cxn modelId="{2494015E-F38D-4676-A8B8-95F75E0B6627}" type="presOf" srcId="{20F5487C-68EA-41A4-85F3-363974927022}" destId="{AF3B1D35-1BED-4255-BB2D-790871B39ED5}" srcOrd="1" destOrd="0" presId="urn:microsoft.com/office/officeart/2011/layout/CircleProcess"/>
    <dgm:cxn modelId="{DC37575E-2AE5-43AA-98A6-A22238CFB62F}" type="presOf" srcId="{2223ABCD-3A20-493D-AACB-DEFF56994F22}" destId="{48812D45-28B7-42D2-A4B9-7C58F2260A85}" srcOrd="0" destOrd="0" presId="urn:microsoft.com/office/officeart/2011/layout/CircleProcess"/>
    <dgm:cxn modelId="{59A43061-292F-423F-A3E1-41F28DAEF66D}" srcId="{D86DF976-DA3C-4912-908A-E8D9C5606D24}" destId="{E3C84114-D084-4E20-81C0-82F778AA11DC}" srcOrd="4" destOrd="0" parTransId="{A0DD6353-3522-4A96-9A5E-FD8C47F92069}" sibTransId="{45CF7330-6912-4278-BF97-6384A1791831}"/>
    <dgm:cxn modelId="{BEA70D64-C599-40AB-B402-B784EF30793B}" type="presOf" srcId="{2D09195F-D420-4766-8A35-8781583086EE}" destId="{FCA98FC6-3A99-404B-AFB2-0BF4B90CF35B}" srcOrd="0" destOrd="0" presId="urn:microsoft.com/office/officeart/2011/layout/CircleProcess"/>
    <dgm:cxn modelId="{52F7BF47-6A68-44F7-B705-F56866648D20}" srcId="{D86DF976-DA3C-4912-908A-E8D9C5606D24}" destId="{2DDFC40A-0127-4DED-ACF6-65A0ECFF11AF}" srcOrd="2" destOrd="0" parTransId="{69A30BD7-D65A-47DC-824E-BCE8AF74ED66}" sibTransId="{C87FB834-DE6E-430D-82BB-F5372651BD04}"/>
    <dgm:cxn modelId="{4BA4F648-7B2E-41C2-BCC6-DC2CC5361F61}" type="presOf" srcId="{2F29416B-F166-4D4D-AC84-A9346A560426}" destId="{D91D6041-5459-4B37-825D-5A84222F36B8}" srcOrd="0" destOrd="0" presId="urn:microsoft.com/office/officeart/2011/layout/CircleProcess"/>
    <dgm:cxn modelId="{CACE804D-7F55-44A5-867E-5433201293A3}" type="presOf" srcId="{2D09195F-D420-4766-8A35-8781583086EE}" destId="{EA1676F1-5343-4729-967C-BC991D735C26}" srcOrd="1" destOrd="0" presId="urn:microsoft.com/office/officeart/2011/layout/CircleProcess"/>
    <dgm:cxn modelId="{89FBB775-FF84-412D-9F94-8BD09587275D}" srcId="{D86DF976-DA3C-4912-908A-E8D9C5606D24}" destId="{20F5487C-68EA-41A4-85F3-363974927022}" srcOrd="3" destOrd="0" parTransId="{7B095E01-48E8-4D03-9A5A-EC90705E2ADD}" sibTransId="{733D944D-08A7-4860-8E1F-E26068F84ACB}"/>
    <dgm:cxn modelId="{13C4B058-594E-4A10-AF6F-D57EA7078C97}" type="presOf" srcId="{D86DF976-DA3C-4912-908A-E8D9C5606D24}" destId="{F015CD13-A058-4C57-87D7-B358B7102BF6}" srcOrd="0" destOrd="0" presId="urn:microsoft.com/office/officeart/2011/layout/CircleProcess"/>
    <dgm:cxn modelId="{2CC1227F-C7A8-4E64-9BEF-8093160643B7}" srcId="{D86DF976-DA3C-4912-908A-E8D9C5606D24}" destId="{2223ABCD-3A20-493D-AACB-DEFF56994F22}" srcOrd="1" destOrd="0" parTransId="{3E7331A5-558C-41BC-A719-7EF04FAD82A7}" sibTransId="{01843CFA-82DA-44B5-97D7-77D4057B8B7C}"/>
    <dgm:cxn modelId="{EE83F989-6E80-4150-A299-28858FE8A091}" type="presOf" srcId="{2F29416B-F166-4D4D-AC84-A9346A560426}" destId="{07AB7593-B6B5-4964-95EA-08D012260C95}" srcOrd="1" destOrd="0" presId="urn:microsoft.com/office/officeart/2011/layout/CircleProcess"/>
    <dgm:cxn modelId="{6504538E-4FFB-4A80-ABF2-889FDCABF827}" type="presOf" srcId="{2223ABCD-3A20-493D-AACB-DEFF56994F22}" destId="{137FFF11-0ABB-4C2C-B768-A00E74F40726}" srcOrd="1" destOrd="0" presId="urn:microsoft.com/office/officeart/2011/layout/CircleProcess"/>
    <dgm:cxn modelId="{6A7B63B6-8F73-4CFF-BEE8-C1DDB2A2F4EA}" srcId="{D86DF976-DA3C-4912-908A-E8D9C5606D24}" destId="{2D09195F-D420-4766-8A35-8781583086EE}" srcOrd="5" destOrd="0" parTransId="{3BFAEBB1-34DD-4013-B10B-5A54269DC54F}" sibTransId="{B46F2BB6-3BCA-46A8-A3B3-ECB5D0D1E321}"/>
    <dgm:cxn modelId="{EA093FBB-6F64-4715-8910-988B9A085DDC}" type="presOf" srcId="{2DDFC40A-0127-4DED-ACF6-65A0ECFF11AF}" destId="{11564C38-446D-4880-8D6E-7D796A798D54}" srcOrd="1" destOrd="0" presId="urn:microsoft.com/office/officeart/2011/layout/CircleProcess"/>
    <dgm:cxn modelId="{46C389C2-BCF9-414C-952D-7CD728F8619D}" srcId="{D86DF976-DA3C-4912-908A-E8D9C5606D24}" destId="{2F29416B-F166-4D4D-AC84-A9346A560426}" srcOrd="0" destOrd="0" parTransId="{83F47925-95FD-4854-AA65-2FC2EB38B351}" sibTransId="{B2ECA8D4-A21A-49AB-9828-90671C72D5C1}"/>
    <dgm:cxn modelId="{B6CE33C8-6687-462F-9D60-26A6C68504B2}" type="presOf" srcId="{E3C84114-D084-4E20-81C0-82F778AA11DC}" destId="{67718E53-2714-49E1-AAF3-EC3ECB2B10E4}" srcOrd="1" destOrd="0" presId="urn:microsoft.com/office/officeart/2011/layout/CircleProcess"/>
    <dgm:cxn modelId="{E8097EE8-61C8-4F30-B80F-A9446CADEDF5}" type="presOf" srcId="{E3C84114-D084-4E20-81C0-82F778AA11DC}" destId="{8AD6E191-A6C1-4A7D-9847-73C38D6CDCBA}" srcOrd="0" destOrd="0" presId="urn:microsoft.com/office/officeart/2011/layout/CircleProcess"/>
    <dgm:cxn modelId="{14D13510-E36B-4F5F-ACBE-22D5AEB0A3F9}" type="presParOf" srcId="{F015CD13-A058-4C57-87D7-B358B7102BF6}" destId="{5EB258E5-C033-44D8-8119-4BADB7B70573}" srcOrd="0" destOrd="0" presId="urn:microsoft.com/office/officeart/2011/layout/CircleProcess"/>
    <dgm:cxn modelId="{DE82CA77-8463-483D-B9DD-857A943B7D05}" type="presParOf" srcId="{5EB258E5-C033-44D8-8119-4BADB7B70573}" destId="{69B67B69-B88E-46C1-8CFA-62253C3A6A2B}" srcOrd="0" destOrd="0" presId="urn:microsoft.com/office/officeart/2011/layout/CircleProcess"/>
    <dgm:cxn modelId="{5C760C69-F847-4246-A9C5-6FB5E6DAACE4}" type="presParOf" srcId="{F015CD13-A058-4C57-87D7-B358B7102BF6}" destId="{8A050780-EF49-445E-A295-40B75AD7401A}" srcOrd="1" destOrd="0" presId="urn:microsoft.com/office/officeart/2011/layout/CircleProcess"/>
    <dgm:cxn modelId="{16FA913F-57FD-456D-9D7D-11FAD828EE28}" type="presParOf" srcId="{8A050780-EF49-445E-A295-40B75AD7401A}" destId="{FCA98FC6-3A99-404B-AFB2-0BF4B90CF35B}" srcOrd="0" destOrd="0" presId="urn:microsoft.com/office/officeart/2011/layout/CircleProcess"/>
    <dgm:cxn modelId="{B046E31B-AF4C-4833-A902-27BB68293371}" type="presParOf" srcId="{F015CD13-A058-4C57-87D7-B358B7102BF6}" destId="{EA1676F1-5343-4729-967C-BC991D735C26}" srcOrd="2" destOrd="0" presId="urn:microsoft.com/office/officeart/2011/layout/CircleProcess"/>
    <dgm:cxn modelId="{E8F23739-3DB9-4BF9-AE91-DA17F7E77FE7}" type="presParOf" srcId="{F015CD13-A058-4C57-87D7-B358B7102BF6}" destId="{F519DDB9-68FA-4221-BCEF-6360FD2CBEE8}" srcOrd="3" destOrd="0" presId="urn:microsoft.com/office/officeart/2011/layout/CircleProcess"/>
    <dgm:cxn modelId="{5BAE314F-5A2F-4657-9BF8-4A192E59E119}" type="presParOf" srcId="{F519DDB9-68FA-4221-BCEF-6360FD2CBEE8}" destId="{48FAB155-9420-46E4-B28E-1CBA3280933C}" srcOrd="0" destOrd="0" presId="urn:microsoft.com/office/officeart/2011/layout/CircleProcess"/>
    <dgm:cxn modelId="{3EC25D20-09D5-4584-8F3B-D24742A18402}" type="presParOf" srcId="{F015CD13-A058-4C57-87D7-B358B7102BF6}" destId="{E7994390-F444-40CB-AA5A-1FE5EFEBD181}" srcOrd="4" destOrd="0" presId="urn:microsoft.com/office/officeart/2011/layout/CircleProcess"/>
    <dgm:cxn modelId="{D8F32387-5F13-4628-9864-0097091AF8A4}" type="presParOf" srcId="{E7994390-F444-40CB-AA5A-1FE5EFEBD181}" destId="{8AD6E191-A6C1-4A7D-9847-73C38D6CDCBA}" srcOrd="0" destOrd="0" presId="urn:microsoft.com/office/officeart/2011/layout/CircleProcess"/>
    <dgm:cxn modelId="{F4850516-428B-4E16-B1F2-6D1B0C927D5A}" type="presParOf" srcId="{F015CD13-A058-4C57-87D7-B358B7102BF6}" destId="{67718E53-2714-49E1-AAF3-EC3ECB2B10E4}" srcOrd="5" destOrd="0" presId="urn:microsoft.com/office/officeart/2011/layout/CircleProcess"/>
    <dgm:cxn modelId="{0658E1CB-5104-4F1A-8F4C-6020ABD4D0EF}" type="presParOf" srcId="{F015CD13-A058-4C57-87D7-B358B7102BF6}" destId="{68615548-4C1E-4FC8-BCE2-1134F4F6B7C5}" srcOrd="6" destOrd="0" presId="urn:microsoft.com/office/officeart/2011/layout/CircleProcess"/>
    <dgm:cxn modelId="{CE21EC59-214C-4BC1-B030-1E72559AC77C}" type="presParOf" srcId="{68615548-4C1E-4FC8-BCE2-1134F4F6B7C5}" destId="{9C760FE5-7135-49BA-BAF5-66565C201A92}" srcOrd="0" destOrd="0" presId="urn:microsoft.com/office/officeart/2011/layout/CircleProcess"/>
    <dgm:cxn modelId="{1A904A51-D70A-4EEB-AB85-4E072A76F87C}" type="presParOf" srcId="{F015CD13-A058-4C57-87D7-B358B7102BF6}" destId="{0206048E-D53F-4231-9E60-C447883E9393}" srcOrd="7" destOrd="0" presId="urn:microsoft.com/office/officeart/2011/layout/CircleProcess"/>
    <dgm:cxn modelId="{1EB67022-6195-41C0-AEB7-DE7765ADEB20}" type="presParOf" srcId="{0206048E-D53F-4231-9E60-C447883E9393}" destId="{07003B6E-2275-46CD-806D-8595FB0766E5}" srcOrd="0" destOrd="0" presId="urn:microsoft.com/office/officeart/2011/layout/CircleProcess"/>
    <dgm:cxn modelId="{31A747FF-7610-4AEB-9557-1C5C79515956}" type="presParOf" srcId="{F015CD13-A058-4C57-87D7-B358B7102BF6}" destId="{AF3B1D35-1BED-4255-BB2D-790871B39ED5}" srcOrd="8" destOrd="0" presId="urn:microsoft.com/office/officeart/2011/layout/CircleProcess"/>
    <dgm:cxn modelId="{21F1394B-022A-4191-80BE-64BCD5423FE1}" type="presParOf" srcId="{F015CD13-A058-4C57-87D7-B358B7102BF6}" destId="{2FFC6569-D97D-4CD0-AE98-F3598C5F3F29}" srcOrd="9" destOrd="0" presId="urn:microsoft.com/office/officeart/2011/layout/CircleProcess"/>
    <dgm:cxn modelId="{F9DE71C9-21E2-4043-BD00-70D298F10410}" type="presParOf" srcId="{2FFC6569-D97D-4CD0-AE98-F3598C5F3F29}" destId="{93B2FC90-E1ED-4708-B299-12BC5EEE5A73}" srcOrd="0" destOrd="0" presId="urn:microsoft.com/office/officeart/2011/layout/CircleProcess"/>
    <dgm:cxn modelId="{84C21C84-86DC-479F-B9CC-86A085CD8725}" type="presParOf" srcId="{F015CD13-A058-4C57-87D7-B358B7102BF6}" destId="{8525FE6D-B25F-42B3-A346-B73FA292CC9D}" srcOrd="10" destOrd="0" presId="urn:microsoft.com/office/officeart/2011/layout/CircleProcess"/>
    <dgm:cxn modelId="{9488104B-7CE4-4D34-90C9-44A3585AF118}" type="presParOf" srcId="{8525FE6D-B25F-42B3-A346-B73FA292CC9D}" destId="{39BE31DE-80F8-4B9B-98D6-9B4B143191BC}" srcOrd="0" destOrd="0" presId="urn:microsoft.com/office/officeart/2011/layout/CircleProcess"/>
    <dgm:cxn modelId="{3671A333-D757-4EDA-967D-10E13FFC5ECD}" type="presParOf" srcId="{F015CD13-A058-4C57-87D7-B358B7102BF6}" destId="{11564C38-446D-4880-8D6E-7D796A798D54}" srcOrd="11" destOrd="0" presId="urn:microsoft.com/office/officeart/2011/layout/CircleProcess"/>
    <dgm:cxn modelId="{2CA45F72-0588-4346-A4F5-BDEE34BC929B}" type="presParOf" srcId="{F015CD13-A058-4C57-87D7-B358B7102BF6}" destId="{51426CD8-C89F-440C-9F08-2F2A4A91F7E4}" srcOrd="12" destOrd="0" presId="urn:microsoft.com/office/officeart/2011/layout/CircleProcess"/>
    <dgm:cxn modelId="{80D0B83F-1D97-4091-960C-E53A872B5B31}" type="presParOf" srcId="{51426CD8-C89F-440C-9F08-2F2A4A91F7E4}" destId="{ECECF66A-633C-43CF-8952-7612B97C1294}" srcOrd="0" destOrd="0" presId="urn:microsoft.com/office/officeart/2011/layout/CircleProcess"/>
    <dgm:cxn modelId="{D1B61F73-84BF-4FB8-A80A-E2556C6A92EA}" type="presParOf" srcId="{F015CD13-A058-4C57-87D7-B358B7102BF6}" destId="{B98A5733-8B7A-4BCA-A8A9-33099E6C38DC}" srcOrd="13" destOrd="0" presId="urn:microsoft.com/office/officeart/2011/layout/CircleProcess"/>
    <dgm:cxn modelId="{E316F373-841E-4CCC-86A2-5F985B012753}" type="presParOf" srcId="{B98A5733-8B7A-4BCA-A8A9-33099E6C38DC}" destId="{48812D45-28B7-42D2-A4B9-7C58F2260A85}" srcOrd="0" destOrd="0" presId="urn:microsoft.com/office/officeart/2011/layout/CircleProcess"/>
    <dgm:cxn modelId="{B81E5E7C-CD74-45F4-B550-AC65AFADC91F}" type="presParOf" srcId="{F015CD13-A058-4C57-87D7-B358B7102BF6}" destId="{137FFF11-0ABB-4C2C-B768-A00E74F40726}" srcOrd="14" destOrd="0" presId="urn:microsoft.com/office/officeart/2011/layout/CircleProcess"/>
    <dgm:cxn modelId="{7E277D4F-9173-478D-BA65-70F1AB697CB8}" type="presParOf" srcId="{F015CD13-A058-4C57-87D7-B358B7102BF6}" destId="{505C1F2B-EF95-47AC-B3C4-7D2A0A9CE426}" srcOrd="15" destOrd="0" presId="urn:microsoft.com/office/officeart/2011/layout/CircleProcess"/>
    <dgm:cxn modelId="{4521126D-EEE6-45EF-A0CC-AAA0D6ACE3D4}" type="presParOf" srcId="{505C1F2B-EF95-47AC-B3C4-7D2A0A9CE426}" destId="{D15D91C4-3532-47A0-8750-1E9C806693B7}" srcOrd="0" destOrd="0" presId="urn:microsoft.com/office/officeart/2011/layout/CircleProcess"/>
    <dgm:cxn modelId="{F6874717-5FBF-4267-8654-4F5D120747C5}" type="presParOf" srcId="{F015CD13-A058-4C57-87D7-B358B7102BF6}" destId="{7186060F-2DC1-4716-9D8F-65864F54DA05}" srcOrd="16" destOrd="0" presId="urn:microsoft.com/office/officeart/2011/layout/CircleProcess"/>
    <dgm:cxn modelId="{C65244B8-2AF2-43EF-BDA1-C9AD831C0E23}" type="presParOf" srcId="{7186060F-2DC1-4716-9D8F-65864F54DA05}" destId="{D91D6041-5459-4B37-825D-5A84222F36B8}" srcOrd="0" destOrd="0" presId="urn:microsoft.com/office/officeart/2011/layout/CircleProcess"/>
    <dgm:cxn modelId="{1FAC5C91-146C-45C3-B0C7-83FDA02DE855}" type="presParOf" srcId="{F015CD13-A058-4C57-87D7-B358B7102BF6}" destId="{07AB7593-B6B5-4964-95EA-08D012260C95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B67B69-B88E-46C1-8CFA-62253C3A6A2B}">
      <dsp:nvSpPr>
        <dsp:cNvPr id="0" name=""/>
        <dsp:cNvSpPr/>
      </dsp:nvSpPr>
      <dsp:spPr>
        <a:xfrm>
          <a:off x="8976146" y="858232"/>
          <a:ext cx="1654661" cy="16543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98FC6-3A99-404B-AFB2-0BF4B90CF35B}">
      <dsp:nvSpPr>
        <dsp:cNvPr id="0" name=""/>
        <dsp:cNvSpPr/>
      </dsp:nvSpPr>
      <dsp:spPr>
        <a:xfrm>
          <a:off x="9031862" y="913386"/>
          <a:ext cx="1544280" cy="1544037"/>
        </a:xfrm>
        <a:prstGeom prst="ellipse">
          <a:avLst/>
        </a:prstGeom>
        <a:solidFill>
          <a:schemeClr val="accent1"/>
        </a:solidFill>
        <a:ln w="1397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Decision Support</a:t>
          </a:r>
        </a:p>
      </dsp:txBody>
      <dsp:txXfrm>
        <a:off x="9252624" y="1134005"/>
        <a:ext cx="1102757" cy="1102801"/>
      </dsp:txXfrm>
    </dsp:sp>
    <dsp:sp modelId="{48FAB155-9420-46E4-B28E-1CBA3280933C}">
      <dsp:nvSpPr>
        <dsp:cNvPr id="0" name=""/>
        <dsp:cNvSpPr/>
      </dsp:nvSpPr>
      <dsp:spPr>
        <a:xfrm rot="2700000">
          <a:off x="7266937" y="858046"/>
          <a:ext cx="1654428" cy="165442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6E191-A6C1-4A7D-9847-73C38D6CDCBA}">
      <dsp:nvSpPr>
        <dsp:cNvPr id="0" name=""/>
        <dsp:cNvSpPr/>
      </dsp:nvSpPr>
      <dsp:spPr>
        <a:xfrm>
          <a:off x="7322536" y="913386"/>
          <a:ext cx="1544280" cy="1544037"/>
        </a:xfrm>
        <a:prstGeom prst="ellipse">
          <a:avLst/>
        </a:prstGeom>
        <a:solidFill>
          <a:schemeClr val="accent1"/>
        </a:solidFill>
        <a:ln w="1397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Visualization</a:t>
          </a:r>
        </a:p>
      </dsp:txBody>
      <dsp:txXfrm>
        <a:off x="7543298" y="1134005"/>
        <a:ext cx="1102757" cy="1102801"/>
      </dsp:txXfrm>
    </dsp:sp>
    <dsp:sp modelId="{9C760FE5-7135-49BA-BAF5-66565C201A92}">
      <dsp:nvSpPr>
        <dsp:cNvPr id="0" name=""/>
        <dsp:cNvSpPr/>
      </dsp:nvSpPr>
      <dsp:spPr>
        <a:xfrm rot="2700000">
          <a:off x="5557611" y="858046"/>
          <a:ext cx="1654428" cy="165442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03B6E-2275-46CD-806D-8595FB0766E5}">
      <dsp:nvSpPr>
        <dsp:cNvPr id="0" name=""/>
        <dsp:cNvSpPr/>
      </dsp:nvSpPr>
      <dsp:spPr>
        <a:xfrm>
          <a:off x="5613210" y="913386"/>
          <a:ext cx="1544280" cy="1544037"/>
        </a:xfrm>
        <a:prstGeom prst="ellipse">
          <a:avLst/>
        </a:prstGeom>
        <a:solidFill>
          <a:schemeClr val="accent1"/>
        </a:solidFill>
        <a:ln w="1397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Analysis</a:t>
          </a:r>
        </a:p>
      </dsp:txBody>
      <dsp:txXfrm>
        <a:off x="5833972" y="1134005"/>
        <a:ext cx="1102757" cy="1102801"/>
      </dsp:txXfrm>
    </dsp:sp>
    <dsp:sp modelId="{93B2FC90-E1ED-4708-B299-12BC5EEE5A73}">
      <dsp:nvSpPr>
        <dsp:cNvPr id="0" name=""/>
        <dsp:cNvSpPr/>
      </dsp:nvSpPr>
      <dsp:spPr>
        <a:xfrm rot="2700000">
          <a:off x="3848284" y="858046"/>
          <a:ext cx="1654428" cy="165442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BE31DE-80F8-4B9B-98D6-9B4B143191BC}">
      <dsp:nvSpPr>
        <dsp:cNvPr id="0" name=""/>
        <dsp:cNvSpPr/>
      </dsp:nvSpPr>
      <dsp:spPr>
        <a:xfrm>
          <a:off x="3903884" y="913386"/>
          <a:ext cx="1544280" cy="1544037"/>
        </a:xfrm>
        <a:prstGeom prst="ellipse">
          <a:avLst/>
        </a:prstGeom>
        <a:solidFill>
          <a:schemeClr val="accent1"/>
        </a:solidFill>
        <a:ln w="1397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Model Building</a:t>
          </a:r>
        </a:p>
      </dsp:txBody>
      <dsp:txXfrm>
        <a:off x="4123594" y="1134005"/>
        <a:ext cx="1102757" cy="1102801"/>
      </dsp:txXfrm>
    </dsp:sp>
    <dsp:sp modelId="{ECECF66A-633C-43CF-8952-7612B97C1294}">
      <dsp:nvSpPr>
        <dsp:cNvPr id="0" name=""/>
        <dsp:cNvSpPr/>
      </dsp:nvSpPr>
      <dsp:spPr>
        <a:xfrm rot="2700000">
          <a:off x="2138958" y="858046"/>
          <a:ext cx="1654428" cy="165442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12D45-28B7-42D2-A4B9-7C58F2260A85}">
      <dsp:nvSpPr>
        <dsp:cNvPr id="0" name=""/>
        <dsp:cNvSpPr/>
      </dsp:nvSpPr>
      <dsp:spPr>
        <a:xfrm>
          <a:off x="2194558" y="913386"/>
          <a:ext cx="1544280" cy="1544037"/>
        </a:xfrm>
        <a:prstGeom prst="ellipse">
          <a:avLst/>
        </a:prstGeom>
        <a:solidFill>
          <a:schemeClr val="accent1"/>
        </a:solidFill>
        <a:ln w="1397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lt1"/>
              </a:solidFill>
              <a:latin typeface="+mn-lt"/>
              <a:ea typeface="+mn-ea"/>
              <a:cs typeface="+mn-cs"/>
            </a:rPr>
            <a:t>Data Cleaning</a:t>
          </a:r>
        </a:p>
      </dsp:txBody>
      <dsp:txXfrm>
        <a:off x="2414268" y="1134005"/>
        <a:ext cx="1102757" cy="1102801"/>
      </dsp:txXfrm>
    </dsp:sp>
    <dsp:sp modelId="{D15D91C4-3532-47A0-8750-1E9C806693B7}">
      <dsp:nvSpPr>
        <dsp:cNvPr id="0" name=""/>
        <dsp:cNvSpPr/>
      </dsp:nvSpPr>
      <dsp:spPr>
        <a:xfrm rot="2700000">
          <a:off x="429632" y="858046"/>
          <a:ext cx="1654428" cy="1654428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D6041-5459-4B37-825D-5A84222F36B8}">
      <dsp:nvSpPr>
        <dsp:cNvPr id="0" name=""/>
        <dsp:cNvSpPr/>
      </dsp:nvSpPr>
      <dsp:spPr>
        <a:xfrm>
          <a:off x="484180" y="913386"/>
          <a:ext cx="1544280" cy="1544037"/>
        </a:xfrm>
        <a:prstGeom prst="ellipse">
          <a:avLst/>
        </a:prstGeom>
        <a:solidFill>
          <a:schemeClr val="accent1"/>
        </a:solidFill>
        <a:ln w="13970" cap="flat" cmpd="sng" algn="ctr">
          <a:solidFill>
            <a:schemeClr val="accent1">
              <a:shade val="15000"/>
            </a:schemeClr>
          </a:solidFill>
          <a:prstDash val="solid"/>
        </a:ln>
        <a:effectLst/>
      </dsp:spPr>
      <dsp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just" defTabSz="4572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entury Schoolbook" panose="02040604050505020304"/>
              <a:ea typeface="+mn-ea"/>
              <a:cs typeface="+mn-cs"/>
            </a:rPr>
            <a:t>Data Collection</a:t>
          </a:r>
        </a:p>
      </dsp:txBody>
      <dsp:txXfrm>
        <a:off x="704942" y="1134005"/>
        <a:ext cx="1102757" cy="11028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54132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2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717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1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9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3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61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00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75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44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8696B07-8E09-41F9-95C2-26AAE849725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E076BB2-0ADE-4400-B8A1-9E92A172A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73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FAF7-60CD-D05B-DD8D-E6F5CCFC8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28172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Financial Performance Review &amp; FY2020 Outlook</a:t>
            </a:r>
            <a:br>
              <a:rPr lang="en-US" sz="4800" dirty="0"/>
            </a:br>
            <a:endParaRPr lang="en-US" sz="4800" b="1" dirty="0">
              <a:latin typeface="Book Antiqua" panose="020406020503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CF781-F789-C0D8-6CDA-4EA93C8B7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3621" y="2578396"/>
            <a:ext cx="10114965" cy="478465"/>
          </a:xfrm>
        </p:spPr>
        <p:txBody>
          <a:bodyPr>
            <a:normAutofit fontScale="92500"/>
          </a:bodyPr>
          <a:lstStyle/>
          <a:p>
            <a:r>
              <a:rPr lang="en-US" sz="1800" b="1" i="1" dirty="0">
                <a:solidFill>
                  <a:schemeClr val="tx1"/>
                </a:solidFill>
              </a:rPr>
              <a:t>Comprehensive Analysis of Historical Trends, Key Variances, and Strategic Insights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931EF-D584-7B27-F7A2-CC7E76404E7B}"/>
              </a:ext>
            </a:extLst>
          </p:cNvPr>
          <p:cNvSpPr txBox="1"/>
          <p:nvPr/>
        </p:nvSpPr>
        <p:spPr>
          <a:xfrm>
            <a:off x="8686800" y="5231219"/>
            <a:ext cx="2828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 Varsha Pathinti</a:t>
            </a:r>
          </a:p>
        </p:txBody>
      </p:sp>
    </p:spTree>
    <p:extLst>
      <p:ext uri="{BB962C8B-B14F-4D97-AF65-F5344CB8AC3E}">
        <p14:creationId xmlns:p14="http://schemas.microsoft.com/office/powerpoint/2010/main" val="2095663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EC98-D548-F02D-45A6-1A976954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37" y="914401"/>
            <a:ext cx="9592340" cy="6166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sz="4000" b="1" dirty="0"/>
              <a:t>Project Overview</a:t>
            </a:r>
            <a:endParaRPr lang="en-US" sz="4000" b="1" dirty="0">
              <a:latin typeface="Book Antiqua" panose="0204060205030503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4ED1DC-F568-4741-BD23-4C87214FFD42}"/>
              </a:ext>
            </a:extLst>
          </p:cNvPr>
          <p:cNvSpPr/>
          <p:nvPr/>
        </p:nvSpPr>
        <p:spPr>
          <a:xfrm>
            <a:off x="699977" y="1796902"/>
            <a:ext cx="9677400" cy="25730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/>
              <a:t>This project analyzes a company’s financial performance through the preparation and interpretation of key financial statements. Using structured synthetic data, I built the Profit &amp; Loss Statement and Balance Sheet to evaluate revenue trends, profitability, and financial stability. The insights were visualized in Power BI, simulating a real-world FP&amp;A process - from financial modeling to actionable business insights that help management assess performance, control costs, and plan for growth.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89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5BA4-27E8-878A-10F4-6BFC5B12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429" y="567779"/>
            <a:ext cx="9139887" cy="72939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chemeClr val="lt1"/>
                </a:solidFill>
              </a:rPr>
              <a:t>Financial Framework &amp; Approach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C9DA98-4613-3024-D640-F1C1EA4868C4}"/>
              </a:ext>
            </a:extLst>
          </p:cNvPr>
          <p:cNvSpPr/>
          <p:nvPr/>
        </p:nvSpPr>
        <p:spPr>
          <a:xfrm>
            <a:off x="1321982" y="1634667"/>
            <a:ext cx="8708065" cy="7293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Data Preparation</a:t>
            </a:r>
            <a:r>
              <a:rPr lang="en-US" dirty="0"/>
              <a:t>: Collected and cleaned financial data in Excel for accuracy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831DDB-0523-FBDB-BD1B-0AAAB97BC92A}"/>
              </a:ext>
            </a:extLst>
          </p:cNvPr>
          <p:cNvSpPr/>
          <p:nvPr/>
        </p:nvSpPr>
        <p:spPr>
          <a:xfrm>
            <a:off x="1321981" y="4203760"/>
            <a:ext cx="8708065" cy="7293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Visualization: </a:t>
            </a:r>
            <a:r>
              <a:rPr lang="en-US" dirty="0"/>
              <a:t>Used Power BI to present insights clearly for business decisions.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DE008F-0FF0-670E-3FC9-B2786DD1387B}"/>
              </a:ext>
            </a:extLst>
          </p:cNvPr>
          <p:cNvSpPr/>
          <p:nvPr/>
        </p:nvSpPr>
        <p:spPr>
          <a:xfrm>
            <a:off x="1321982" y="2490677"/>
            <a:ext cx="8708065" cy="7293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Modeling: </a:t>
            </a:r>
            <a:r>
              <a:rPr lang="en-US" dirty="0"/>
              <a:t>Linked P&amp;L, Balance Sheet, and key ratios to understand financial performance.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BE39B48-D00D-43B7-22EF-CB90C2A1F366}"/>
              </a:ext>
            </a:extLst>
          </p:cNvPr>
          <p:cNvSpPr/>
          <p:nvPr/>
        </p:nvSpPr>
        <p:spPr>
          <a:xfrm>
            <a:off x="1321982" y="3346687"/>
            <a:ext cx="8708065" cy="7293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Analysis: </a:t>
            </a:r>
            <a:r>
              <a:rPr lang="en-US" dirty="0"/>
              <a:t>Performed trend and variance analysis to find what’s driving results.</a:t>
            </a:r>
          </a:p>
        </p:txBody>
      </p:sp>
    </p:spTree>
    <p:extLst>
      <p:ext uri="{BB962C8B-B14F-4D97-AF65-F5344CB8AC3E}">
        <p14:creationId xmlns:p14="http://schemas.microsoft.com/office/powerpoint/2010/main" val="410735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10084-137B-9D5E-AAE4-F28B22A2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42" y="769797"/>
            <a:ext cx="9923579" cy="740026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Project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8CD855-1398-355D-3F0A-902A05BE51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635175"/>
              </p:ext>
            </p:extLst>
          </p:nvPr>
        </p:nvGraphicFramePr>
        <p:xfrm>
          <a:off x="435935" y="1828800"/>
          <a:ext cx="10717618" cy="3370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697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F9DA2B4-E175-A0D4-67A8-C4FDCE96FE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1872" y="1794659"/>
            <a:ext cx="9169498" cy="26971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just" defTabSz="457200"/>
            <a:r>
              <a:rPr lang="en-US" altLang="en-US">
                <a:solidFill>
                  <a:schemeClr val="lt1"/>
                </a:solidFill>
              </a:rPr>
              <a:t>Revenue Growth</a:t>
            </a:r>
            <a:r>
              <a:rPr lang="en-US" altLang="en-US" dirty="0">
                <a:solidFill>
                  <a:schemeClr val="lt1"/>
                </a:solidFill>
              </a:rPr>
              <a:t> – Tracks sales performance and overall business momentum.</a:t>
            </a:r>
          </a:p>
          <a:p>
            <a:pPr marL="0" algn="just" defTabSz="457200"/>
            <a:r>
              <a:rPr lang="en-US" altLang="en-US" dirty="0">
                <a:solidFill>
                  <a:schemeClr val="lt1"/>
                </a:solidFill>
              </a:rPr>
              <a:t>Gross </a:t>
            </a:r>
            <a:r>
              <a:rPr lang="en-US" altLang="en-US">
                <a:solidFill>
                  <a:schemeClr val="lt1"/>
                </a:solidFill>
              </a:rPr>
              <a:t>Profit Margin</a:t>
            </a:r>
            <a:r>
              <a:rPr lang="en-US" altLang="en-US" dirty="0">
                <a:solidFill>
                  <a:schemeClr val="lt1"/>
                </a:solidFill>
              </a:rPr>
              <a:t> – Measures operational efficiency and cost control.</a:t>
            </a:r>
          </a:p>
          <a:p>
            <a:pPr marL="0" algn="just" defTabSz="457200"/>
            <a:r>
              <a:rPr lang="en-US" altLang="en-US" dirty="0">
                <a:solidFill>
                  <a:schemeClr val="lt1"/>
                </a:solidFill>
              </a:rPr>
              <a:t>Operating </a:t>
            </a:r>
            <a:r>
              <a:rPr lang="en-US" altLang="en-US">
                <a:solidFill>
                  <a:schemeClr val="lt1"/>
                </a:solidFill>
              </a:rPr>
              <a:t>Profit (EBITDA) </a:t>
            </a:r>
            <a:r>
              <a:rPr lang="en-US" altLang="en-US" dirty="0">
                <a:solidFill>
                  <a:schemeClr val="lt1"/>
                </a:solidFill>
              </a:rPr>
              <a:t>– Evaluates profitability before non-operational costs.</a:t>
            </a:r>
          </a:p>
          <a:p>
            <a:pPr marL="0" algn="just" defTabSz="457200"/>
            <a:r>
              <a:rPr lang="en-US" altLang="en-US" dirty="0">
                <a:solidFill>
                  <a:schemeClr val="lt1"/>
                </a:solidFill>
              </a:rPr>
              <a:t>Net </a:t>
            </a:r>
            <a:r>
              <a:rPr lang="en-US" altLang="en-US">
                <a:solidFill>
                  <a:schemeClr val="lt1"/>
                </a:solidFill>
              </a:rPr>
              <a:t>Profit Margin</a:t>
            </a:r>
            <a:r>
              <a:rPr lang="en-US" altLang="en-US" dirty="0">
                <a:solidFill>
                  <a:schemeClr val="lt1"/>
                </a:solidFill>
              </a:rPr>
              <a:t> – Reflects overall profitability after all expenses.</a:t>
            </a:r>
          </a:p>
          <a:p>
            <a:pPr marL="0" algn="just" defTabSz="457200"/>
            <a:r>
              <a:rPr lang="en-US" altLang="en-US">
                <a:solidFill>
                  <a:schemeClr val="lt1"/>
                </a:solidFill>
              </a:rPr>
              <a:t>Current Ratio</a:t>
            </a:r>
            <a:r>
              <a:rPr lang="en-US" altLang="en-US" dirty="0">
                <a:solidFill>
                  <a:schemeClr val="lt1"/>
                </a:solidFill>
              </a:rPr>
              <a:t> – Indicates liquidity and short-term financial health.</a:t>
            </a:r>
          </a:p>
          <a:p>
            <a:pPr marL="0" algn="just" defTabSz="457200"/>
            <a:r>
              <a:rPr lang="en-US" altLang="en-US">
                <a:solidFill>
                  <a:schemeClr val="lt1"/>
                </a:solidFill>
              </a:rPr>
              <a:t>Debt-to-Equity Ratio</a:t>
            </a:r>
            <a:r>
              <a:rPr lang="en-US" altLang="en-US" dirty="0">
                <a:solidFill>
                  <a:schemeClr val="lt1"/>
                </a:solidFill>
              </a:rPr>
              <a:t> – Assesses leverage and financial stability.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48680-B233-1AA8-18A0-FA3FED1FBF6F}"/>
              </a:ext>
            </a:extLst>
          </p:cNvPr>
          <p:cNvSpPr txBox="1"/>
          <p:nvPr/>
        </p:nvSpPr>
        <p:spPr>
          <a:xfrm>
            <a:off x="1261871" y="691116"/>
            <a:ext cx="9169497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000" b="1" spc="-50" baseline="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KPIs &amp; Main Line Items</a:t>
            </a:r>
          </a:p>
        </p:txBody>
      </p:sp>
    </p:spTree>
    <p:extLst>
      <p:ext uri="{BB962C8B-B14F-4D97-AF65-F5344CB8AC3E}">
        <p14:creationId xmlns:p14="http://schemas.microsoft.com/office/powerpoint/2010/main" val="426703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FF19B6-0FD6-B220-9858-F50D58A3F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014" y="1350335"/>
            <a:ext cx="9920177" cy="5103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319D0-DF25-EE5E-83FF-7A807C98F03F}"/>
              </a:ext>
            </a:extLst>
          </p:cNvPr>
          <p:cNvSpPr txBox="1"/>
          <p:nvPr/>
        </p:nvSpPr>
        <p:spPr>
          <a:xfrm>
            <a:off x="723014" y="276447"/>
            <a:ext cx="9920177" cy="7078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4000" b="1" spc="-50" baseline="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600" dirty="0"/>
              <a:t>Profit &amp; Loss Dashboard</a:t>
            </a:r>
          </a:p>
        </p:txBody>
      </p:sp>
    </p:spTree>
    <p:extLst>
      <p:ext uri="{BB962C8B-B14F-4D97-AF65-F5344CB8AC3E}">
        <p14:creationId xmlns:p14="http://schemas.microsoft.com/office/powerpoint/2010/main" val="18122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003DE-B2E4-6187-040B-87C8832D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562072" cy="60180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Balance Sheet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CC9CFD-912A-CD28-79D4-F51B5FF79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201479"/>
            <a:ext cx="9562072" cy="5114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005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489E-075E-46D4-B0A3-39341E9D9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916" y="963636"/>
            <a:ext cx="9376357" cy="63656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b="1" dirty="0"/>
              <a:t>Key Insights</a:t>
            </a:r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B487D584-3B77-4BEF-EC8E-C75A9D5FF587}"/>
              </a:ext>
            </a:extLst>
          </p:cNvPr>
          <p:cNvSpPr/>
          <p:nvPr/>
        </p:nvSpPr>
        <p:spPr>
          <a:xfrm>
            <a:off x="1401725" y="1864705"/>
            <a:ext cx="9388549" cy="77617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Revenue &amp; Profitability:</a:t>
            </a:r>
            <a:r>
              <a:rPr lang="en-US"/>
              <a:t> The company maintained steady revenue growth with improved operating margins, indicating efficient cost management.</a:t>
            </a:r>
            <a:endParaRPr lang="en-US" dirty="0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AF51432B-F56D-2C36-4E8B-5D65FF6703ED}"/>
              </a:ext>
            </a:extLst>
          </p:cNvPr>
          <p:cNvSpPr/>
          <p:nvPr/>
        </p:nvSpPr>
        <p:spPr>
          <a:xfrm>
            <a:off x="1413917" y="2748516"/>
            <a:ext cx="9388549" cy="77617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Expense Control:</a:t>
            </a:r>
            <a:r>
              <a:rPr lang="en-US" dirty="0"/>
              <a:t> Operating expenses remained proportionate to revenue, showing strong expense discipline.</a:t>
            </a:r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B71F70F1-8F90-8886-26EA-A818B2149242}"/>
              </a:ext>
            </a:extLst>
          </p:cNvPr>
          <p:cNvSpPr/>
          <p:nvPr/>
        </p:nvSpPr>
        <p:spPr>
          <a:xfrm>
            <a:off x="1413917" y="5365436"/>
            <a:ext cx="9388549" cy="77617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Financial Stability:</a:t>
            </a:r>
            <a:r>
              <a:rPr lang="en-US" dirty="0"/>
              <a:t> Lower debt dependency and consistent equity growth highlight long-term financial strength.</a:t>
            </a:r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FDFABD7E-0257-E4DD-8CCC-D76ABB563F30}"/>
              </a:ext>
            </a:extLst>
          </p:cNvPr>
          <p:cNvSpPr/>
          <p:nvPr/>
        </p:nvSpPr>
        <p:spPr>
          <a:xfrm>
            <a:off x="1413917" y="3616379"/>
            <a:ext cx="9388549" cy="77617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Asset Efficiency:</a:t>
            </a:r>
            <a:r>
              <a:rPr lang="en-US" dirty="0"/>
              <a:t> Assets are utilized effectively, reflecting healthy turnover and capital allocation.</a:t>
            </a:r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699E781B-7440-B4AB-50FD-68753C3EEF2A}"/>
              </a:ext>
            </a:extLst>
          </p:cNvPr>
          <p:cNvSpPr/>
          <p:nvPr/>
        </p:nvSpPr>
        <p:spPr>
          <a:xfrm>
            <a:off x="1413917" y="4481625"/>
            <a:ext cx="9388549" cy="77617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Liquidity Position:</a:t>
            </a:r>
            <a:r>
              <a:rPr lang="en-US"/>
              <a:t> A stable current ratio indicates that short-term obligations are well-managed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018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83F3-A512-34DB-3B41-24C938161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627878" y="2957370"/>
            <a:ext cx="5265737" cy="77575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Recommendations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B5626C-3C90-D108-737A-4AE01F957585}"/>
              </a:ext>
            </a:extLst>
          </p:cNvPr>
          <p:cNvSpPr/>
          <p:nvPr/>
        </p:nvSpPr>
        <p:spPr>
          <a:xfrm>
            <a:off x="2434856" y="712379"/>
            <a:ext cx="8364278" cy="882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Optimize Operating Costs:</a:t>
            </a:r>
            <a:r>
              <a:rPr lang="en-US" dirty="0"/>
              <a:t> Continue monitoring expense trends to sustain profitability as revenue scales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FD2760-795A-4C58-3954-A71465546576}"/>
              </a:ext>
            </a:extLst>
          </p:cNvPr>
          <p:cNvSpPr/>
          <p:nvPr/>
        </p:nvSpPr>
        <p:spPr>
          <a:xfrm>
            <a:off x="2434856" y="1837196"/>
            <a:ext cx="8364278" cy="9449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Strengthen Working Capital:</a:t>
            </a:r>
            <a:r>
              <a:rPr lang="en-US" dirty="0"/>
              <a:t> Maintain efficient receivables and payables cycles to ensure liquidity.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0C87E7-CDF9-199A-243C-F2B3AEA411DD}"/>
              </a:ext>
            </a:extLst>
          </p:cNvPr>
          <p:cNvSpPr/>
          <p:nvPr/>
        </p:nvSpPr>
        <p:spPr>
          <a:xfrm>
            <a:off x="2434855" y="3010977"/>
            <a:ext cx="8364279" cy="9449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Leverage Dashboards for Decisions:</a:t>
            </a:r>
            <a:r>
              <a:rPr lang="en-US" dirty="0"/>
              <a:t> Use Power BI visuals for monthly performance tracking and management reviews.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31A4A9-2CEA-41E0-416B-B0D0267024CE}"/>
              </a:ext>
            </a:extLst>
          </p:cNvPr>
          <p:cNvSpPr/>
          <p:nvPr/>
        </p:nvSpPr>
        <p:spPr>
          <a:xfrm>
            <a:off x="2434855" y="4166517"/>
            <a:ext cx="8364279" cy="882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Monitor Key Ratios Regularly:</a:t>
            </a:r>
            <a:r>
              <a:rPr lang="en-US" dirty="0"/>
              <a:t> Track profitability and leverage ratios to ensure financial stability.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44FD0A-E583-42F2-708A-226CB243F828}"/>
              </a:ext>
            </a:extLst>
          </p:cNvPr>
          <p:cNvSpPr/>
          <p:nvPr/>
        </p:nvSpPr>
        <p:spPr>
          <a:xfrm>
            <a:off x="2434855" y="5259572"/>
            <a:ext cx="8364279" cy="8825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/>
              <a:t>Invest in Growth Areas:</a:t>
            </a:r>
            <a:r>
              <a:rPr lang="en-US" dirty="0"/>
              <a:t> Allocate more capital to high-margin or high-growth segments identified in the analysis.</a:t>
            </a:r>
          </a:p>
        </p:txBody>
      </p:sp>
    </p:spTree>
    <p:extLst>
      <p:ext uri="{BB962C8B-B14F-4D97-AF65-F5344CB8AC3E}">
        <p14:creationId xmlns:p14="http://schemas.microsoft.com/office/powerpoint/2010/main" val="241372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9FC6-3A14-AEF8-8C54-BCAE7939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205208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just" defTabSz="457200">
              <a:buNone/>
            </a:pPr>
            <a:r>
              <a:rPr lang="en-US" dirty="0">
                <a:solidFill>
                  <a:schemeClr val="lt1"/>
                </a:solidFill>
              </a:rPr>
              <a:t>This project demonstrates how financial planning and analysis can transform raw financial data into strategic business insights. By integrating Excel-based modeling with Power BI dashboards, the project provides a clear picture of profitability, efficiency, and financial health. It highlights the importance of data-driven decision-making, enabling management to plan effectively, control costs, and drive sustainable growth.</a:t>
            </a:r>
          </a:p>
          <a:p>
            <a:pPr marL="0" algn="just" defTabSz="457200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441347-837B-C240-52F0-7307317C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599676"/>
            <a:ext cx="8595360" cy="846352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167190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131</TotalTime>
  <Words>476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 Antiqua</vt:lpstr>
      <vt:lpstr>Century Schoolbook</vt:lpstr>
      <vt:lpstr>Wingdings 2</vt:lpstr>
      <vt:lpstr>View</vt:lpstr>
      <vt:lpstr>Financial Performance Review &amp; FY2020 Outlook </vt:lpstr>
      <vt:lpstr>Project Overview</vt:lpstr>
      <vt:lpstr>Financial Framework &amp; Approach</vt:lpstr>
      <vt:lpstr>Project Workflow</vt:lpstr>
      <vt:lpstr>PowerPoint Presentation</vt:lpstr>
      <vt:lpstr>PowerPoint Presentation</vt:lpstr>
      <vt:lpstr>Balance Sheet Dashboard</vt:lpstr>
      <vt:lpstr>Key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Pathinti Varsha</dc:creator>
  <cp:lastModifiedBy>Pathinti Varsha</cp:lastModifiedBy>
  <cp:revision>1</cp:revision>
  <dcterms:created xsi:type="dcterms:W3CDTF">2025-11-10T05:11:43Z</dcterms:created>
  <dcterms:modified xsi:type="dcterms:W3CDTF">2025-11-17T06:46:45Z</dcterms:modified>
</cp:coreProperties>
</file>